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今天汇报充电桩应用管理平台。项目围绕用户找桩、预约、充电和结算建立业务闭环，同时提供三类运营大屏。我们将区分真实业务、历史数据和视觉演示，重点说明数据一致性与验证证据。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需求既包括移动端交互，也包括管理与运营展示。独立 Electra 后台已接入现有服务，可通过页面管理用户、站点、电桩、订单与资金。本次新增验收将页面操作和数据库状态连接起来，区分模拟展示与真实业务变更。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采用模块化单体，避免课程项目过早拆分微服务。前端发出命令，服务端校验身份并在数据库事务中更新状态；WebSocket 用于推送变化，断线后的真实状态仍以查询接口和数据库为准。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根据总体架构要求新增原生Qt用户端。网络访问由C++异步请求完成，车辆和地图由Qt控件与自绘构成；服务器继续决定真实电量、费用和状态。原Web页面保留，不能把Web访问等同于运行Qt程序。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管理员桌面端复用后端权限和事务边界。Qt Charts展示环图和预测折线，QPainter重绘目标环、流带与地图。管理员所有写操作通过原API确认，不直接访问数据库。用户要求跳过后续完整验收，因此不能声称Qt完整业务验收已通过。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SQLite不是第二套账本。客户端可在断网时查看已缓存数据，但不自行决定余额或电桩占用。Qt版本交付Linux程序、源码与Windows构建入口；完整交互和Windows运行按实际状态说明，既有Web验收不等于Qt验收。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实体关系围绕订单展开。站点包含电桩，用户对电桩创建订单。活动状态的唯一索引阻止重复占用，行锁保护钱包与订单更新；金额使用十进制类型，避免二进制浮点误差。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预约成功后可以开始充电，结束时统一结算。系统没有连接真实充电硬件，电量按服务端时间和功率模拟。余额耗尽时终止并将金额限制在可支付范围，重复停止请求不会再次扣款。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移动端参照用户提供的图片实现深紫色卡片、渐变按钮和车辆视觉。浏览无需登录，真正预约需要用户身份。默认车型、电池百分比和续航用于界面展示，不等同于车辆实时遥测。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这里展示充电状态页。视觉效果与数据分开处理，真实订单刚开始时费用为零，我们专门验证零值不会被演示值替换。操作结束后用户可回到订单历史查看结果。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总览通过地球聚焦和密集图表呈现运营信息。必须区分当前平台的十四个站点、一百七十八个电桩，与导入的 UrbanEV 历史记录，不能把历史数据当作当前实时业务规模。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三屏保持统一视觉语言，但主图承担不同任务。站点页强调空间分布，订单分析用趋势与均线呈现时间变化。默认演示令牌只有读取权限，与真实管理账号不同。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数据来自 UrbanEV 开源仓库。我们导入的是该提交的 data 目录，不包括外部网盘上另行发布的资料。二十三个文件保留原始字节并核对散列，六种指标按区域与小时对齐后形成一百一十九万余条观测。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管理员后台按指定参考图复刻布局、色彩和关键图形，使用真实站点列表。深层管理通过抽屉和表单打开。独立开发开关开启时默认签发全权限管理员会话，其他环境默认关闭。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站点页延续参考图的空间构图。管理员可以代用户完成完整充电流程，但不能绕过余额、设备占用和历史保留约束。路线与车辆是视觉演示，订单和账本来自数据库。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这一页先由图像生成工具产出与首页一致的视觉概念，再提取路线卡、环图和订单条目并实现为真实网页。所有数字由服务端记录计算，路线仅为示意，空白日期显示零。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History 用可交互时间线呈现审计记录。右侧图表展示实际操作构成和时间分布，选中事件后同步显示详情。界面延续紫黑卡片与粉紫、金色、青色点缀，同时保留完整操作标识便于核对。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负荷预测已真正训练并接入管理员界面。输入是数据库的区域小时估算电量，不是演示订单或站点实测功率。页面同时显示数据日期、模型比较和范围说明。全网和区域分别建模，训练脚本与系数产物可复现。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预测起点只使用之前的历史。测试期逐日预测24小时，参数固定；模型选择只看验证集，不能因测试集岭回归略好就改选。最后才使用全部历史重新拟合用于下一日展示。WAPE不是准确率。源数据可能有非因果预处理，误差范围是经验范围而非严格置信保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全权限表示管理员可发起所有业务操作，不表示可以破坏账务约束。我们通过并发重复调账、重复退款和超额退款测试验证边界。通过制造日志外键失败，确认日志与业务状态处在同一事务。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不只检查页面能打开。我们用隔离数据库模式同时发送预约请求，验证只允许一个成功；并通过推进服务端时间验证余额耗尽和过期释放。所有结论对应交付包内日志，浏览器夹具测试与真实后端测试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当前服务与 Funnel 运行在独立 tmux 会话中，终端断开不影响运行。但机器重启后仍需启动脚本，公网可用性也取决于主机与 Tailscale 服务。本次打包同时提供私有环境快照和便于迁移的整理版，恢复以逻辑数据库备份为准。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项目完成课程演示所需的业务闭环与可视化，但不是商用充电平台。我们没有接入真实支付和设备协议，也没有用百万条历史数据证明系统具备百万用户并发能力。下一步推进真实认证、支付和设备协议，并开展负载与稳定性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最后按这条五分钟路径演示。操作前确认公网和本地健康检查，账户不足时先充值；若网络异常，直接切换本地地址与截图材料。欢迎老师针对事务、权限边界、数据口径与后续实现提问。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东软电动汽车充电桩</a:t>
            </a:r>
          </a:p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应用管理平台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第十一组 · 项目答辩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移动端充电服务 / 三屏运营可视化 / 服务端业务闭环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成员与指导教师：待填写 · 交付日期：2026-09-07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需求与交付边界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用户：查找站点、筛选电桩、预约启停、钱包与历史订单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运营：维护用户/站点/电桩，查看订单、统计和操作日志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展示：APP 六个核心界面与总览、站点态势、订单分析大屏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新 Electra 全权限管理界面：五页面与管理抽屉已实现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系统架构：数据库决定业务状态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Qt 用户端 / Qt 管理端 / Web → FastAPI REST 与 WebSocket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AccountService / ChargingService / AdminService → asyncpg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PostgreSQL：账户、站点、电桩、订单、账本、日志、事件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后台 reconcile 周期校准：超时取消、余额耗尽结算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Qt 用户端：原生 C++17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Qt 6.5.3 Widgets；首页、找桩、详情、充电、统计与账户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沿用深紫卡片、车辆资产和能量光环，QPainter 原生绘制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验证码登录、钱包充值、预约启停、结算与历史订单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Web 用户端保留；桌面程序没有嵌入浏览器</a:t>
            </a:r>
          </a:p>
        </p:txBody>
      </p:sp>
      <p:pic>
        <p:nvPicPr>
          <p:cNvPr id="5" name="Picture 4" descr="qt-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8788" y="2011680"/>
            <a:ext cx="2173224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Qt 管理端：五页运营工作台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C++17 / Qt Widgets；Qt Charts 只链接管理端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运营总览、站点导航、充电订单、操作审计、负荷预测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原生管理表单接入用户、设备、订单、资金与设置接口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Ubuntu 已编译；Windows 提供构建脚本，尚未运行验证</a:t>
            </a:r>
          </a:p>
        </p:txBody>
      </p:sp>
      <p:pic>
        <p:nvPicPr>
          <p:cNvPr id="5" name="Picture 4" descr="qt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15331"/>
            <a:ext cx="5029200" cy="34446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Qt 本地缓存与交付边界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SQLite 仅存配置和带时间戳快照，按服务与用户隔离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JWT 内存保存；离线不能提交交易，也不离线排队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WebSocket 按会话游标重连，恢复后重新读取 REST 快照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保留 Web 大屏；本次未迁移 Vue 或新增 MLflow/ONNX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数据模型与约束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app_user 1—N charging_order；station 1—N charger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charger 1—N charging_order；订单关联 wallet_entry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部分唯一索引：用户与电桩各最多一个活动订单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金额采用 Decimal / numeric；行锁与事务保护结算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充电闭环与资金一致性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reserved → charging → completed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reserved → cancelled：主动取消或预约过期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预约 / 充值请求携带幂等键；结算只生成一次扣款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服务端按功率和计费时间模拟电量，余额耗尽自动结束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移动端：深紫色充电体验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车辆首页、站点地图、充电详情、充电中、统计、时段电价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本地深圳道路数据与地图标记；电桩筛选、限额预览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真实预约需要用户登录；车辆外观与默认电量是演示</a:t>
            </a:r>
          </a:p>
        </p:txBody>
      </p:sp>
      <p:pic>
        <p:nvPicPr>
          <p:cNvPr id="5" name="Picture 4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015" y="2011680"/>
            <a:ext cx="1964768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充电中与用户操作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能量光环突出充电进度；结束充电操作固定可见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实际订单的电量、费用与状态由后端返回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保留 0.00 元与 0.0 kWh，不用演示数字覆盖零值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订单历史与钱包形成可回溯操作链</a:t>
            </a:r>
          </a:p>
        </p:txBody>
      </p:sp>
      <p:pic>
        <p:nvPicPr>
          <p:cNvPr id="5" name="Picture 4" descr="ch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015" y="2011680"/>
            <a:ext cx="1964768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运营总览：高密度历史分析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紫蓝色地球与中国轮廓，关键指标位于左侧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右侧 15 个细分图表，支持多维历史数据展示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当前业务 14 个站点 / 178 个电桩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UrbanEV 历史与平台当前业务采用独立口径</a:t>
            </a:r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23197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站点态势与订单分析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站点态势：深圳行政区域聚焦与空间分布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订单分析：股票走势式主图、均线、成交量式柱图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30 / 90 / 181 天切换，三屏合计 45 个右侧小图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演示大屏默认只读管理员身份；管理写操作仍校验权限</a:t>
            </a:r>
          </a:p>
        </p:txBody>
      </p:sp>
      <p:pic>
        <p:nvPicPr>
          <p:cNvPr id="5" name="Picture 4" descr="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23197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UrbanEV：原始文件到可视化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固定 Git 提交下载，保存文件散列与导入元数据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GitHub data 目录 23 个原始文件完整归档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1,362 条站点记录；1,194,600 条区域小时观测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2022-09-01 至 2023-02-28：275 区域 × 4,344 小时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管理员 Dashboard：视觉与操作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三上二下卡片：透视车、半圆目标、路线、流带与站点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运营总览 / 站点导航 / 充电订单 / 操作审计 / 负荷预测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管理抽屉覆盖用户、站点、电桩、订单、资金与设置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默认全权限模拟账号；真实变更入库并记录审计</a:t>
            </a:r>
          </a:p>
        </p:txBody>
      </p:sp>
      <p:pic>
        <p:nvPicPr>
          <p:cNvPr id="5" name="Picture 4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70889"/>
            <a:ext cx="5029200" cy="3733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站点与全权限管理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站点导航：竖向透视车辆与大幅路线示意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用户资料/冻结、站点及设备增删改、设备故障恢复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代预约、启动、取消、结算；调账、账本及部分退款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模拟路线不提供真实导航；车辆与目标不作计费依据</a:t>
            </a:r>
          </a:p>
        </p:txBody>
      </p:sp>
      <p:pic>
        <p:nvPicPr>
          <p:cNvPr id="5" name="Picture 4" descr="admin-s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70889"/>
            <a:ext cx="5029200" cy="37335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充电订单：充电旅程与订单分析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路线示意、订单状态环图、每日能量曲线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带站点缩略图与连接示意的订单列表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支持状态筛选、搜索、详情、启动、取消、结束与退款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摘要取已加载订单；设备可用率取当前设备状态</a:t>
            </a:r>
          </a:p>
        </p:txBody>
      </p:sp>
      <p:pic>
        <p:nvPicPr>
          <p:cNvPr id="5" name="Picture 4" descr="admin-tr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79413"/>
            <a:ext cx="5029200" cy="371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操作审计：从日志表到审计时间线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按日期分组的彩色事件节点，点击联动详情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操作构成环图、UTC 星期/小时热力图、14天活动柱图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类型筛选、关键词搜索、完整记录查看及 CSV 导出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审计数据不补造；无事件时保留真实空状态</a:t>
            </a:r>
          </a:p>
        </p:txBody>
      </p:sp>
      <p:pic>
        <p:nvPicPr>
          <p:cNvPr id="5" name="Picture 4" descr="admin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96461"/>
            <a:ext cx="5029200" cy="36823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负荷预测：历史实验已接入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管理员第五页：全网与 275 个区域的未来 24 小时预测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最近48小时、预测曲线、经验误差范围与历史高负荷阈值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直接读取数据库119万条区域小时记录，训练岭回归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数据截止2023-02-28：预测2023-03-01，非实时结果</a:t>
            </a:r>
          </a:p>
        </p:txBody>
      </p:sp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697" y="2011680"/>
            <a:ext cx="3897404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模型评估：先与简单基线比较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时间划分：1月17日前训练，1月18—31日验证，2月测试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全网测试 WAPE：昨日6.260%、上周10.257%、岭回归6.055%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仅按验证期选模型：全网仍采用昨日基线，99区域采用岭回归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提升有限；六个月估算数据不代表当前实测效果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管理资金：权限完整、约束保留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资金操作：用户行锁、幂等键与钱包账本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重复退款只记一次；累计退款不超过结算金额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活动订单禁止改设备参数、负向调账；历史数据保留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日志写入失败时，订单与电桩更新一起回滚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核心服务：既有验证证据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后端 smoke：认证、充值幂等、设备管理、充电与 WebSocket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隔离模式验证：两用户争抢同一电桩，仅一个成功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验证余额耗尽结算、重复结束不重复扣款、预约过期释放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数据导入校验、数据库实际恢复、浏览器交互另附日志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部署与交付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Python 3.12 + PostgreSQL 14；wheel / 源代码两种安装方式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独立 tmux 会话 assignment-public：web 与 funnel 两个窗口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Tailscale Funnel 公网 HTTPS 入口；与本次对话进程分离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完整私有备份 + 整理版源码数据包 + 可恢复数据库备份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限制与后续工作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开发 OTP、模拟充电与演示数据不能等同于商用接桩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无真实支付、硬件遥测或已验证的高并发性能结论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待完成：正式认证、支付与设备协议接入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后续：峰谷策略、可观测性、负载测试与部署自动化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A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BE9FFF"/>
                </a:solidFill>
                <a:latin typeface="Microsoft YaHei"/>
              </a:defRPr>
            </a:pPr>
            <a:r>
              <a:t>ELECTRA / EV CHARGING PLATFORM · 第十一组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000">
                <a:solidFill>
                  <a:srgbClr val="FFFFFF"/>
                </a:solidFill>
                <a:latin typeface="Microsoft YaHei"/>
              </a:defRPr>
            </a:pPr>
            <a:r>
              <a:t>演示路径与讨论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1 分钟：APP 首页 → 站点 → 电桩详情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2 分钟：用户登录 → 充值 → 预约 → 启停 → 历史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1 分钟：三屏切换 → 站点聚焦 → 趋势范围</a:t>
            </a:r>
          </a:p>
          <a:p>
            <a:pPr>
              <a:spcAft>
                <a:spcPts val="1800"/>
              </a:spcAft>
              <a:defRPr sz="2000">
                <a:solidFill>
                  <a:srgbClr val="E1D8F1"/>
                </a:solidFill>
                <a:latin typeface="Microsoft YaHei"/>
              </a:defRPr>
            </a:pPr>
            <a:r>
              <a:t>• 1 分钟：管理员代预约、调账/退款与审计日志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000">
                <a:solidFill>
                  <a:srgbClr val="9B88B4"/>
                </a:solidFill>
                <a:latin typeface="Microsoft YaHei"/>
              </a:defRPr>
            </a:pPr>
            <a:r>
              <a:t>2026.09.07  /  交付与答辩                         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